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MoinPDF Office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Präsentation mit Umlauten: Grüße, Äpfel, Straße.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